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63"/>
    <p:restoredTop sz="94683"/>
  </p:normalViewPr>
  <p:slideViewPr>
    <p:cSldViewPr snapToGrid="0">
      <p:cViewPr>
        <p:scale>
          <a:sx n="59" d="100"/>
          <a:sy n="59" d="100"/>
        </p:scale>
        <p:origin x="152" y="1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2E27D-7CF2-47C0-C7A9-1BC0D4DAE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ECD30-76EA-10F3-154E-61C9929B0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9F8AC-412F-3B97-A7BE-9C853DA7A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7C11D-15D9-D244-67DD-F4352339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C3070-2747-7190-4EB6-8D99EEAD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44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8C97C-9500-E665-677C-62BB9492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256CA-A50B-E248-0D4B-BF97F384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01EF-5C87-6E94-566C-A21E4C766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83078-68EB-3A45-658F-85B76F61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1610B-E1A6-321E-C9B2-C19FC8077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2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0BFA-6D47-D456-DDD4-FD2FA979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D1F1E-8762-F67D-8A39-5E9ADE6A4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5122-53A5-4360-0045-77EDABC1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25C1F-97D2-8C7B-5059-331886E5A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30C68-5770-4CD5-FF7C-38CAFF01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57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CB7B-B781-D0D9-1679-8D99D076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CAD25-1B5E-6FD3-302D-82FC036A1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22420-F8E6-9C24-E0B9-980FFA877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971DD-4290-8776-ED64-C997AE88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65C1E-7494-BB31-8E7D-B0695A05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27AB5-49DA-5FF0-AFA1-91F10E8B0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8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57FB5-DACC-497F-8CDD-58A71E635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81C64-C4DC-7E49-444F-6BBE55BC0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B06BE-4AE6-4731-AE2E-58602C0557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227CF-7C1C-C4B6-A893-E1102B1AD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982D3-0D6A-2233-C4D4-8F067CDD8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C3EDCD-B32D-5A8C-B7A6-46397196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1C05C9-D375-458C-3153-33926F1F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0F318E-71D3-65F7-384F-C02B3A2F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77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3FDB1-0E3A-A1D7-DA34-5E84287FF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A0F2-7AD5-0A85-7001-2212ECCFA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FFC40-25B5-4613-8354-4189B25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65244-BD7D-B385-5C41-CC0E61C81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87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AB074-E9DA-DEC7-71A2-82B57AC60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247119-E34B-854D-EA53-3A46407B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CB2CF-AA45-2C97-5CCA-3486BDBF9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338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7088-ED5E-302E-3024-35813F7E6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D22BA-F0B3-5234-8C6C-8DBCC1C12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93BA47-231E-BCB2-75E2-BD53B96C35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12BC9-8898-8C87-1E67-B887CB615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1748B-DBA7-2AB7-F29C-804C7F04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260AF-A267-9662-93AC-ED8F74657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8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93C14-9B3D-4CE0-C7A7-633AF9BA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284FFC-8A4F-A3B8-0719-51CEE67BD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8BE0B-E1D9-B9FD-B034-1C8FBA20C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F8986-9A5A-61C4-3D1C-6DD724032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C04E4-0631-B300-4B48-84F12068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BDBAC-0CF4-EEB3-572D-2484D114C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74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F7BE-20FF-BF3A-9C3E-5FB7FC85A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5217BD-BC1C-4B24-A38B-788C81819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5D25-6201-F599-9E7D-26EE4D43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7073A-046F-C8A6-6AE6-43D0305A2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6DE34-8724-C4FC-B193-DF1A05617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736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71BC04-D2C9-DFFF-6B36-48644EB1DF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BEEDB3-B923-3DCB-B8A9-656EBCEEE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71AC7-2689-3FC9-C346-22F1A98D1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9D545-8A90-DCEB-72D8-D97C9B40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1FFF9-9F0B-55F1-8AC0-9B05CAD3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0E4C81-9260-7C48-E31C-2D4D631F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83320-3A28-7BBF-98FD-62FDBD994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84476-8993-9F7C-573D-F8BB3226D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1E6EF-1493-F0A3-8ACE-AB013045B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DCB2-C512-77C1-797F-2AD03130F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4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nettower.org/" TargetMode="External"/><Relationship Id="rId2" Type="http://schemas.openxmlformats.org/officeDocument/2006/relationships/hyperlink" Target="https://mymailnku-my.sharepoint.com/:f:/g/personal/molloyb1_mymail_nku_edu/IgDaNrJqsdXdSqEx7wf9mTELAf4NspTE_f1cegSn-NSwaRY?e=PXMtJQ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654AD-8959-A562-A0DF-70C386949F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NetTower</a:t>
            </a:r>
            <a:r>
              <a:rPr lang="en-US" b="1" dirty="0"/>
              <a:t> – Network Situational Awareness Tool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5206F4-7304-5FEE-D678-C65A8C929D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Molloy</a:t>
            </a:r>
          </a:p>
          <a:p>
            <a:r>
              <a:rPr lang="en-US" dirty="0"/>
              <a:t>ASE-485 Capstone FP</a:t>
            </a:r>
          </a:p>
        </p:txBody>
      </p:sp>
    </p:spTree>
    <p:extLst>
      <p:ext uri="{BB962C8B-B14F-4D97-AF65-F5344CB8AC3E}">
        <p14:creationId xmlns:p14="http://schemas.microsoft.com/office/powerpoint/2010/main" val="2679514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CD8C6-F01F-90ED-24E0-623455824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Domain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ADBB1C4-C594-C5F2-6625-E3626CBBF7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724136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r>
              <a:rPr lang="en-US" sz="2000" i="1" dirty="0"/>
              <a:t>Small or disrupted networks lack a simple way to quickly understand what devices are present and how they are generally connected.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Limited visibility in small or disrupted networks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centralized monitoring in home labs / ad-hoc environments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Enterprise tools are complex and resource-heavy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to quickly identify: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Devices on the network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Reachability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High-level connectivity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2850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9ECC1-D8FB-8A03-A009-54D1BCC8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13803-ED97-2C88-34A0-168F78AAE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779D086-CD4C-F1D8-8500-4FB9217537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3950"/>
            <a:ext cx="756557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i="1" dirty="0"/>
              <a:t>“</a:t>
            </a:r>
            <a:r>
              <a:rPr lang="en-US" sz="2000" i="1" dirty="0" err="1"/>
              <a:t>NetTower</a:t>
            </a:r>
            <a:r>
              <a:rPr lang="en-US" sz="2000" i="1" dirty="0"/>
              <a:t> provides a lightweight, quickly deployable system that discovers reachable devices, infers high-level connectivity relationships, and presents the results through an intuitive network visualization.”</a:t>
            </a:r>
            <a:endParaRPr kumimoji="0" lang="en-US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Lightweight, agentless network discovery system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Identifies reachable devices on a network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Infers high-level connectivity relationships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Presents results through an intuitive topology view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Designed for clarity and accessibility over deep analysis</a:t>
            </a:r>
          </a:p>
        </p:txBody>
      </p:sp>
    </p:spTree>
    <p:extLst>
      <p:ext uri="{BB962C8B-B14F-4D97-AF65-F5344CB8AC3E}">
        <p14:creationId xmlns:p14="http://schemas.microsoft.com/office/powerpoint/2010/main" val="353689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6E16-C07A-482D-9773-A6FBA538A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F766F-5190-7FC7-01B6-FABA4981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 (Tech Stack)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A09EB-A33F-C2B8-88C0-82779474E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747862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2000" b="1" dirty="0"/>
              <a:t>Languages</a:t>
            </a:r>
            <a:endParaRPr lang="en-US" sz="2000" dirty="0"/>
          </a:p>
          <a:p>
            <a:r>
              <a:rPr lang="en-US" sz="2000" dirty="0"/>
              <a:t>Python (Backend) </a:t>
            </a:r>
          </a:p>
          <a:p>
            <a:r>
              <a:rPr lang="en-US" sz="2000" dirty="0"/>
              <a:t>JavaScript, HTML, CSS (Frontend) </a:t>
            </a:r>
          </a:p>
          <a:p>
            <a:pPr marL="0" indent="0">
              <a:buNone/>
            </a:pPr>
            <a:r>
              <a:rPr lang="en-US" sz="2000" b="1" dirty="0"/>
              <a:t>Core Components</a:t>
            </a:r>
            <a:endParaRPr lang="en-US" sz="2000" dirty="0"/>
          </a:p>
          <a:p>
            <a:r>
              <a:rPr lang="en-US" sz="2000" dirty="0"/>
              <a:t>Discovery (Active + Passive Scanning) </a:t>
            </a:r>
          </a:p>
          <a:p>
            <a:r>
              <a:rPr lang="en-US" sz="2000" dirty="0"/>
              <a:t>Event-driven processing pipeline </a:t>
            </a:r>
          </a:p>
          <a:p>
            <a:r>
              <a:rPr lang="en-US" sz="2000" dirty="0"/>
              <a:t>Data modeling (Hosts &amp; Edges) </a:t>
            </a:r>
          </a:p>
          <a:p>
            <a:r>
              <a:rPr lang="en-US" sz="2000" dirty="0"/>
              <a:t>MongoDB (runtime storage) </a:t>
            </a:r>
          </a:p>
          <a:p>
            <a:r>
              <a:rPr lang="en-US" sz="2000" dirty="0"/>
              <a:t>Electron-based visualization interface </a:t>
            </a:r>
          </a:p>
          <a:p>
            <a:pPr marL="0" indent="0">
              <a:buNone/>
            </a:pPr>
            <a:r>
              <a:rPr lang="en-US" sz="2000" b="1" dirty="0"/>
              <a:t>Networking Tools</a:t>
            </a:r>
            <a:endParaRPr lang="en-US" sz="2000" dirty="0"/>
          </a:p>
          <a:p>
            <a:r>
              <a:rPr lang="en-US" sz="2000" dirty="0" err="1"/>
              <a:t>tcpdump</a:t>
            </a:r>
            <a:r>
              <a:rPr lang="en-US" sz="2000" dirty="0"/>
              <a:t> </a:t>
            </a:r>
          </a:p>
          <a:p>
            <a:r>
              <a:rPr lang="en-US" sz="2000" dirty="0"/>
              <a:t>ICMP / ARP utilities </a:t>
            </a:r>
          </a:p>
          <a:p>
            <a:r>
              <a:rPr lang="en-US" sz="2000" dirty="0"/>
              <a:t>traceroute </a:t>
            </a:r>
          </a:p>
          <a:p>
            <a:r>
              <a:rPr lang="en-US" sz="2000" dirty="0" err="1"/>
              <a:t>nmap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7681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CCFAF-3EE4-3EDC-A791-AD2B945D3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E4A3E-2CEF-ED17-4ACF-802DBD32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(Video/Product Page)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2F880-2BA3-01AC-B05A-A23113AA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Demo Vid</a:t>
            </a:r>
            <a:r>
              <a:rPr lang="en-US" dirty="0"/>
              <a:t> (OneDrive)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https://nettower.org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002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47C65-B6E5-8FAE-8577-962F43120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AD082-7B5C-FC9C-7AB4-DBC4DA9E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DFCE6-CE28-8353-8EEC-80B819147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065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38EB-1BD9-B34D-7F27-529F4538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5AEAE-73B1-DCDD-7E98-E1ED91929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98E24-755D-BFEF-7B81-5262B5DA8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48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1BC78-00C6-E533-B7DC-0D7C6DDEB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3AEBF-FD16-9E12-F181-B70DA91D1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A98B-4324-58BC-2EA1-2C6EE98A1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525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C4B24-16E4-9A4E-3224-ACE158469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CEFA-0DA8-7C91-0ADA-7E6224D82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C5A30-72DC-20A7-DEE1-63307B133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9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203</Words>
  <Application>Microsoft Macintosh PowerPoint</Application>
  <PresentationFormat>Widescreen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NetTower – Network Situational Awareness Tool</vt:lpstr>
      <vt:lpstr>Problem Domain</vt:lpstr>
      <vt:lpstr>Solution</vt:lpstr>
      <vt:lpstr>Solution Overview (Tech Stack)</vt:lpstr>
      <vt:lpstr>Demo (Video/Product Page)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Molloy</dc:creator>
  <cp:lastModifiedBy>Ben Molloy</cp:lastModifiedBy>
  <cp:revision>4</cp:revision>
  <dcterms:created xsi:type="dcterms:W3CDTF">2026-04-24T09:08:54Z</dcterms:created>
  <dcterms:modified xsi:type="dcterms:W3CDTF">2026-04-27T04:02:01Z</dcterms:modified>
</cp:coreProperties>
</file>