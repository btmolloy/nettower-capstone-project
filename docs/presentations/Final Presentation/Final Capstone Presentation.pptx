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2E27D-7CF2-47C0-C7A9-1BC0D4DAEB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7ECD30-76EA-10F3-154E-61C9929B05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69F8AC-412F-3B97-A7BE-9C853DA7A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7C11D-15D9-D244-67DD-F4352339E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C3070-2747-7190-4EB6-8D99EEAD8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444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8C97C-9500-E665-677C-62BB9492E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256CA-A50B-E248-0D4B-BF97F384E7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5A01EF-5C87-6E94-566C-A21E4C766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F83078-68EB-3A45-658F-85B76F611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1610B-E1A6-321E-C9B2-C19FC8077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8228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30BFA-6D47-D456-DDD4-FD2FA9790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D1F1E-8762-F67D-8A39-5E9ADE6A42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85122-53A5-4360-0045-77EDABC1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B25C1F-97D2-8C7B-5059-331886E5A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30C68-5770-4CD5-FF7C-38CAFF01A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557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5CB7B-B781-D0D9-1679-8D99D0766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2CAD25-1B5E-6FD3-302D-82FC036A1D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022420-F8E6-9C24-E0B9-980FFA877C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5971DD-4290-8776-ED64-C997AE881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965C1E-7494-BB31-8E7D-B0695A059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E27AB5-49DA-5FF0-AFA1-91F10E8B0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2841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57FB5-DACC-497F-8CDD-58A71E635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081C64-C4DC-7E49-444F-6BBE55BC0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8B06BE-4AE6-4731-AE2E-58602C0557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2227CF-7C1C-C4B6-A893-E1102B1AD0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3982D3-0D6A-2233-C4D4-8F067CDD89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C3EDCD-B32D-5A8C-B7A6-46397196E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1C05C9-D375-458C-3153-33926F1FE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0F318E-71D3-65F7-384F-C02B3A2F0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7771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3FDB1-0E3A-A1D7-DA34-5E84287FF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AA0F2-7AD5-0A85-7001-2212ECCFA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3FFC40-25B5-4613-8354-4189B25B7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65244-BD7D-B385-5C41-CC0E61C81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0871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3AB074-E9DA-DEC7-71A2-82B57AC60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247119-E34B-854D-EA53-3A46407B4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FCB2CF-AA45-2C97-5CCA-3486BDBF9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338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37088-ED5E-302E-3024-35813F7E6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AD22BA-F0B3-5234-8C6C-8DBCC1C120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93BA47-231E-BCB2-75E2-BD53B96C35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B12BC9-8898-8C87-1E67-B887CB615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31748B-DBA7-2AB7-F29C-804C7F04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0260AF-A267-9662-93AC-ED8F74657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48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93C14-9B3D-4CE0-C7A7-633AF9BA9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284FFC-8A4F-A3B8-0719-51CEE67BD5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08BE0B-E1D9-B9FD-B034-1C8FBA20C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8F8986-9A5A-61C4-3D1C-6DD724032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1C04E4-0631-B300-4B48-84F120681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6BDBAC-0CF4-EEB3-572D-2484D114C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740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F7BE-20FF-BF3A-9C3E-5FB7FC85A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5217BD-BC1C-4B24-A38B-788C818191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85D25-6201-F599-9E7D-26EE4D43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57073A-046F-C8A6-6AE6-43D0305A2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6DE34-8724-C4FC-B193-DF1A05617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736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71BC04-D2C9-DFFF-6B36-48644EB1DF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BEEDB3-B923-3DCB-B8A9-656EBCEEEE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71AC7-2689-3FC9-C346-22F1A98D1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9D545-8A90-DCEB-72D8-D97C9B405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B1FFF9-9F0B-55F1-8AC0-9B05CAD30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44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0E4C81-9260-7C48-E31C-2D4D631F7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083320-3A28-7BBF-98FD-62FDBD9942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84476-8993-9F7C-573D-F8BB3226D3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235B46-9602-B846-94AE-748D490F72A7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1E6EF-1493-F0A3-8ACE-AB013045BB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8DCB2-C512-77C1-797F-2AD03130FA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841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654AD-8959-A562-A0DF-70C386949F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Final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5206F4-7304-5FEE-D678-C65A8C929D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95141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Macintosh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Final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 Molloy</dc:creator>
  <cp:lastModifiedBy>Ben Molloy</cp:lastModifiedBy>
  <cp:revision>2</cp:revision>
  <dcterms:created xsi:type="dcterms:W3CDTF">2026-04-24T09:08:54Z</dcterms:created>
  <dcterms:modified xsi:type="dcterms:W3CDTF">2026-04-24T09:09:31Z</dcterms:modified>
</cp:coreProperties>
</file>